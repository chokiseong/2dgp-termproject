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24384000" cy="13716000"/>
  <p:notesSz cx="6858000" cy="9144000"/>
  <p:embeddedFontLst>
    <p:embeddedFont>
      <p:font typeface="Pretendard Bold" panose="020B0604020202020204" charset="-127"/>
      <p:bold r:id="rId6"/>
    </p:embeddedFont>
    <p:embeddedFont>
      <p:font typeface="Pretendard Light" panose="020B0604020202020204" charset="-127"/>
      <p:regular r:id="rId7"/>
    </p:embeddedFont>
    <p:embeddedFont>
      <p:font typeface="Pretendard Regular" panose="020B0604020202020204" charset="-127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3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3000"/>
          </a:blip>
          <a:stretch>
            <a:fillRect/>
          </a:stretch>
        </p:blipFill>
        <p:spPr>
          <a:xfrm rot="-2700000">
            <a:off x="10680700" y="8369300"/>
            <a:ext cx="18986500" cy="8991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 rot="-2700000">
            <a:off x="6324600" y="10452100"/>
            <a:ext cx="13893800" cy="899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81200" y="5702300"/>
            <a:ext cx="8077200" cy="7620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6990"/>
              </a:lnSpc>
            </a:pPr>
            <a:r>
              <a:rPr lang="en-US" sz="4530" b="0" i="0" u="none" strike="noStrike" spc="-91">
                <a:solidFill>
                  <a:srgbClr val="4B4B4B"/>
                </a:solidFill>
                <a:latin typeface="Pretendard Light"/>
              </a:rPr>
              <a:t>2023182034 </a:t>
            </a:r>
            <a:r>
              <a:rPr lang="ko-KR" sz="4530" b="0" i="0" u="none" strike="noStrike" spc="-91">
                <a:solidFill>
                  <a:srgbClr val="4B4B4B"/>
                </a:solidFill>
                <a:ea typeface="Pretendard Light"/>
              </a:rPr>
              <a:t>조기성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1200" y="2527300"/>
            <a:ext cx="15367000" cy="2768600"/>
          </a:xfrm>
          <a:prstGeom prst="rect">
            <a:avLst/>
          </a:prstGeom>
        </p:spPr>
        <p:txBody>
          <a:bodyPr lIns="0" tIns="177859" rIns="0" bIns="177859" rtlCol="0" anchor="ctr"/>
          <a:lstStyle/>
          <a:p>
            <a:pPr lvl="0" algn="l">
              <a:lnSpc>
                <a:spcPct val="101259"/>
              </a:lnSpc>
            </a:pPr>
            <a:r>
              <a:rPr lang="en-US" sz="15560" b="0" i="0" u="none" strike="noStrike" spc="622">
                <a:solidFill>
                  <a:srgbClr val="4B4B4B"/>
                </a:solidFill>
                <a:latin typeface="Pretendard Bold"/>
              </a:rPr>
              <a:t>2DGP </a:t>
            </a:r>
            <a:r>
              <a:rPr lang="ko-KR" sz="15560" b="0" i="0" u="none" strike="noStrike" spc="622">
                <a:solidFill>
                  <a:srgbClr val="4B4B4B"/>
                </a:solidFill>
                <a:ea typeface="Pretendard Bold"/>
              </a:rPr>
              <a:t>최종</a:t>
            </a:r>
            <a:r>
              <a:rPr lang="en-US" sz="15560" b="0" i="0" u="none" strike="noStrike" spc="622">
                <a:solidFill>
                  <a:srgbClr val="4B4B4B"/>
                </a:solidFill>
                <a:latin typeface="Pretendard Bold"/>
              </a:rPr>
              <a:t> </a:t>
            </a:r>
            <a:r>
              <a:rPr lang="ko-KR" sz="15560" b="0" i="0" u="none" strike="noStrike" spc="622">
                <a:solidFill>
                  <a:srgbClr val="4B4B4B"/>
                </a:solidFill>
                <a:ea typeface="Pretendard Bold"/>
              </a:rPr>
              <a:t>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-2971800"/>
            <a:ext cx="7277100" cy="15506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3594100" y="6527800"/>
            <a:ext cx="11595100" cy="50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127500" y="2921000"/>
            <a:ext cx="11811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000000"/>
                </a:solidFill>
                <a:ea typeface="Pretendard Regular"/>
              </a:rPr>
              <a:t>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51200" y="4610100"/>
            <a:ext cx="29464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6400" y="6286500"/>
            <a:ext cx="60833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8000" b="0" i="0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8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Pretendard Regular"/>
              </a:rPr>
              <a:t>코어</a:t>
            </a:r>
            <a:r>
              <a:rPr lang="en-US" sz="8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8000" b="0" i="0" u="none" strike="noStrike">
                <a:solidFill>
                  <a:srgbClr val="000000"/>
                </a:solidFill>
                <a:ea typeface="Pretendard Regular"/>
              </a:rPr>
              <a:t>기능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51200" y="7975600"/>
            <a:ext cx="29464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000000"/>
                </a:solidFill>
                <a:ea typeface="Pretendard Regular"/>
              </a:rPr>
              <a:t>사운드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87600" y="9652000"/>
            <a:ext cx="46990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000000"/>
                </a:solidFill>
                <a:ea typeface="Pretendard Regular"/>
              </a:rPr>
              <a:t>애니메이션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" y="368300"/>
            <a:ext cx="74295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12000" b="0" i="0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12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2000" b="0" i="0" u="none" strike="noStrike">
                <a:solidFill>
                  <a:srgbClr val="000000"/>
                </a:solidFill>
                <a:ea typeface="Pretendard Regular"/>
              </a:rPr>
              <a:t>진척도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3900" y="368300"/>
            <a:ext cx="30988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2000" b="0" i="0" u="none" strike="noStrike">
                <a:solidFill>
                  <a:srgbClr val="000000"/>
                </a:solidFill>
                <a:ea typeface="Pretendard Regular"/>
              </a:rPr>
              <a:t>목표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6000" y="368300"/>
            <a:ext cx="30988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20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370800" y="368300"/>
            <a:ext cx="44704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12000" b="0" i="0" u="none" strike="noStrike">
                <a:solidFill>
                  <a:srgbClr val="000000"/>
                </a:solidFill>
                <a:ea typeface="Pretendard Regular"/>
              </a:rPr>
              <a:t>진척도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1480800" y="6527800"/>
            <a:ext cx="115951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4465300" y="6527800"/>
            <a:ext cx="11595100" cy="50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121900" y="2921000"/>
            <a:ext cx="68453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맵의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타일에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맞게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1900" y="4965700"/>
            <a:ext cx="68453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4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종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21900" y="6146800"/>
            <a:ext cx="68453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회피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메인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종료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 bpm,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튜토리얼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21900" y="8331200"/>
            <a:ext cx="68453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사운드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21900" y="10007600"/>
            <a:ext cx="68453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애니메이션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741900" y="2921000"/>
            <a:ext cx="2362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맵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하나만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41900" y="4965700"/>
            <a:ext cx="23622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000" b="0" i="0" u="none" strike="noStrike">
                <a:solidFill>
                  <a:srgbClr val="000000"/>
                </a:solidFill>
                <a:ea typeface="Pretendard Regular"/>
              </a:rPr>
              <a:t>성공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741900" y="6197600"/>
            <a:ext cx="2362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튜토리얼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741900" y="8331200"/>
            <a:ext cx="23622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000" b="0" i="0" u="none" strike="noStrike">
                <a:solidFill>
                  <a:srgbClr val="000000"/>
                </a:solidFill>
                <a:ea typeface="Pretendard Regular"/>
              </a:rPr>
              <a:t>성공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665700" y="10007600"/>
            <a:ext cx="23622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간략</a:t>
            </a:r>
            <a:r>
              <a:rPr lang="en-US" sz="4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0" i="0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272500" y="4724400"/>
            <a:ext cx="24638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272500" y="3035300"/>
            <a:ext cx="24638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latin typeface="Pretendard Regular"/>
              </a:rPr>
              <a:t>50%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72500" y="6311900"/>
            <a:ext cx="24638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latin typeface="Pretendard Regular"/>
              </a:rPr>
              <a:t>90%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272500" y="8089900"/>
            <a:ext cx="24638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272500" y="9779000"/>
            <a:ext cx="24638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6666" b="0" i="0" u="none" strike="noStrike">
                <a:solidFill>
                  <a:srgbClr val="000000"/>
                </a:solidFill>
                <a:latin typeface="Pretendard Regular"/>
              </a:rPr>
              <a:t>80%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사용자 지정</PresentationFormat>
  <Paragraphs>26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Arial</vt:lpstr>
      <vt:lpstr>Pretendard Bold</vt:lpstr>
      <vt:lpstr>Pretendard Light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조기성(2023182034)</cp:lastModifiedBy>
  <cp:revision>1</cp:revision>
  <dcterms:created xsi:type="dcterms:W3CDTF">2006-08-16T00:00:00Z</dcterms:created>
  <dcterms:modified xsi:type="dcterms:W3CDTF">2025-12-07T10:25:42Z</dcterms:modified>
</cp:coreProperties>
</file>